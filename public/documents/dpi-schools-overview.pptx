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officedocument.wordprocessingml.document" Extension="docx"/>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wordprocessingml.document" PartName="/ppt/embeddings/Microsoft_Office_Word_Document1.docx"/>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Century Gothic"/>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wNi97is0zEIwORiUC/gUF1r2G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A52C3B-14AF-4E97-932A-A4968C6DBBE6}">
  <a:tblStyle styleId="{76A52C3B-14AF-4E97-932A-A4968C6DBBE6}"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A"/>
          </a:solidFill>
        </a:fill>
      </a:tcStyle>
    </a:wholeTbl>
    <a:band1H>
      <a:tcTxStyle/>
      <a:tcStyle>
        <a:fill>
          <a:solidFill>
            <a:srgbClr val="CBE2F5"/>
          </a:solidFill>
        </a:fill>
      </a:tcStyle>
    </a:band1H>
    <a:band2H>
      <a:tcTxStyle/>
    </a:band2H>
    <a:band1V>
      <a:tcTxStyle/>
      <a:tcStyle>
        <a:fill>
          <a:solidFill>
            <a:srgbClr val="CBE2F5"/>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CenturyGothic-bold.fntdata"/><Relationship Id="rId12" Type="http://schemas.openxmlformats.org/officeDocument/2006/relationships/font" Target="fonts/CenturyGothic-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enturyGothic-boldItalic.fntdata"/><Relationship Id="rId14" Type="http://schemas.openxmlformats.org/officeDocument/2006/relationships/font" Target="fonts/CenturyGothic-italic.fntdata"/><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E1DBC9"/>
            </a:gs>
            <a:gs pos="77000">
              <a:srgbClr val="C8C1B0"/>
            </a:gs>
            <a:gs pos="100000">
              <a:srgbClr val="C0BAAA"/>
            </a:gs>
          </a:gsLst>
          <a:lin ang="5400000" scaled="0"/>
        </a:gradFill>
      </p:bgPr>
    </p:bg>
    <p:spTree>
      <p:nvGrpSpPr>
        <p:cNvPr id="16" name="Shape 16"/>
        <p:cNvGrpSpPr/>
        <p:nvPr/>
      </p:nvGrpSpPr>
      <p:grpSpPr>
        <a:xfrm>
          <a:off x="0" y="0"/>
          <a:ext cx="0" cy="0"/>
          <a:chOff x="0" y="0"/>
          <a:chExt cx="0" cy="0"/>
        </a:xfrm>
      </p:grpSpPr>
      <p:sp>
        <p:nvSpPr>
          <p:cNvPr id="17" name="Google Shape;17;p27"/>
          <p:cNvSpPr/>
          <p:nvPr/>
        </p:nvSpPr>
        <p:spPr>
          <a:xfrm>
            <a:off x="0" y="0"/>
            <a:ext cx="12192000" cy="6858000"/>
          </a:xfrm>
          <a:prstGeom prst="rect">
            <a:avLst/>
          </a:prstGeom>
          <a:blipFill rotWithShape="1">
            <a:blip r:embed="rId2">
              <a:alphaModFix amt="45000"/>
            </a:blip>
            <a:tile algn="tl" flip="none" tx="-44450" sx="85000" ty="38100" sy="85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7"/>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7"/>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7"/>
          <p:cNvSpPr/>
          <p:nvPr/>
        </p:nvSpPr>
        <p:spPr>
          <a:xfrm>
            <a:off x="5135880" y="1267730"/>
            <a:ext cx="1920240" cy="7315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 name="Google Shape;21;p27"/>
          <p:cNvGrpSpPr/>
          <p:nvPr/>
        </p:nvGrpSpPr>
        <p:grpSpPr>
          <a:xfrm>
            <a:off x="5250180" y="1267730"/>
            <a:ext cx="1691640" cy="645295"/>
            <a:chOff x="5318306" y="1386268"/>
            <a:chExt cx="1567331" cy="645295"/>
          </a:xfrm>
        </p:grpSpPr>
        <p:cxnSp>
          <p:nvCxnSpPr>
            <p:cNvPr id="22" name="Google Shape;22;p27"/>
            <p:cNvCxnSpPr/>
            <p:nvPr/>
          </p:nvCxnSpPr>
          <p:spPr>
            <a:xfrm>
              <a:off x="5318306"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23" name="Google Shape;23;p27"/>
            <p:cNvCxnSpPr/>
            <p:nvPr/>
          </p:nvCxnSpPr>
          <p:spPr>
            <a:xfrm>
              <a:off x="6885637"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24" name="Google Shape;24;p27"/>
            <p:cNvCxnSpPr/>
            <p:nvPr/>
          </p:nvCxnSpPr>
          <p:spPr>
            <a:xfrm>
              <a:off x="5318306" y="2031563"/>
              <a:ext cx="1567331" cy="0"/>
            </a:xfrm>
            <a:prstGeom prst="straightConnector1">
              <a:avLst/>
            </a:prstGeom>
            <a:solidFill>
              <a:srgbClr val="262626"/>
            </a:solidFill>
            <a:ln cap="flat" cmpd="sng" w="9525">
              <a:solidFill>
                <a:schemeClr val="dk1"/>
              </a:solidFill>
              <a:prstDash val="solid"/>
              <a:miter lim="800000"/>
              <a:headEnd len="sm" w="sm" type="none"/>
              <a:tailEnd len="sm" w="sm" type="none"/>
            </a:ln>
          </p:spPr>
        </p:cxnSp>
      </p:grpSp>
      <p:sp>
        <p:nvSpPr>
          <p:cNvPr id="25" name="Google Shape;25;p27"/>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rgbClr val="262626"/>
              </a:buClr>
              <a:buSzPts val="7200"/>
              <a:buFont typeface="Century Gothic"/>
              <a:buNone/>
              <a:defRPr b="0" sz="7200" cap="none">
                <a:solidFill>
                  <a:srgbClr val="262626"/>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7"/>
          <p:cNvSpPr txBox="1"/>
          <p:nvPr>
            <p:ph idx="1" type="subTitle"/>
          </p:nvPr>
        </p:nvSpPr>
        <p:spPr>
          <a:xfrm>
            <a:off x="1562100" y="4682062"/>
            <a:ext cx="9070848" cy="45720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600"/>
              <a:buNone/>
              <a:defRPr sz="1600">
                <a:solidFill>
                  <a:schemeClr val="dk1"/>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7" name="Google Shape;27;p27"/>
          <p:cNvSpPr txBox="1"/>
          <p:nvPr>
            <p:ph idx="10" type="dt"/>
          </p:nvPr>
        </p:nvSpPr>
        <p:spPr>
          <a:xfrm>
            <a:off x="5318760" y="1341255"/>
            <a:ext cx="1554480" cy="52721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chemeClr val="dk1"/>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7"/>
          <p:cNvSpPr txBox="1"/>
          <p:nvPr>
            <p:ph idx="11" type="ftr"/>
          </p:nvPr>
        </p:nvSpPr>
        <p:spPr>
          <a:xfrm>
            <a:off x="1453896" y="5211060"/>
            <a:ext cx="5905500"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7"/>
          <p:cNvSpPr txBox="1"/>
          <p:nvPr>
            <p:ph idx="12" type="sldNum"/>
          </p:nvPr>
        </p:nvSpPr>
        <p:spPr>
          <a:xfrm>
            <a:off x="8606919" y="5212080"/>
            <a:ext cx="2111881"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000" u="none" cap="none" strike="noStrike">
                <a:solidFill>
                  <a:srgbClr val="3F3F3F"/>
                </a:solidFill>
                <a:latin typeface="Century Gothic"/>
                <a:ea typeface="Century Gothic"/>
                <a:cs typeface="Century Gothic"/>
                <a:sym typeface="Century Gothic"/>
              </a:defRPr>
            </a:lvl1pPr>
            <a:lvl2pPr indent="0" lvl="1" marL="0" algn="r">
              <a:spcBef>
                <a:spcPts val="0"/>
              </a:spcBef>
              <a:buNone/>
              <a:defRPr b="0" i="0" sz="1000" u="none" cap="none" strike="noStrike">
                <a:solidFill>
                  <a:srgbClr val="3F3F3F"/>
                </a:solidFill>
                <a:latin typeface="Century Gothic"/>
                <a:ea typeface="Century Gothic"/>
                <a:cs typeface="Century Gothic"/>
                <a:sym typeface="Century Gothic"/>
              </a:defRPr>
            </a:lvl2pPr>
            <a:lvl3pPr indent="0" lvl="2" marL="0" algn="r">
              <a:spcBef>
                <a:spcPts val="0"/>
              </a:spcBef>
              <a:buNone/>
              <a:defRPr b="0" i="0" sz="1000" u="none" cap="none" strike="noStrike">
                <a:solidFill>
                  <a:srgbClr val="3F3F3F"/>
                </a:solidFill>
                <a:latin typeface="Century Gothic"/>
                <a:ea typeface="Century Gothic"/>
                <a:cs typeface="Century Gothic"/>
                <a:sym typeface="Century Gothic"/>
              </a:defRPr>
            </a:lvl3pPr>
            <a:lvl4pPr indent="0" lvl="3" marL="0" algn="r">
              <a:spcBef>
                <a:spcPts val="0"/>
              </a:spcBef>
              <a:buNone/>
              <a:defRPr b="0" i="0" sz="1000" u="none" cap="none" strike="noStrike">
                <a:solidFill>
                  <a:srgbClr val="3F3F3F"/>
                </a:solidFill>
                <a:latin typeface="Century Gothic"/>
                <a:ea typeface="Century Gothic"/>
                <a:cs typeface="Century Gothic"/>
                <a:sym typeface="Century Gothic"/>
              </a:defRPr>
            </a:lvl4pPr>
            <a:lvl5pPr indent="0" lvl="4" marL="0" algn="r">
              <a:spcBef>
                <a:spcPts val="0"/>
              </a:spcBef>
              <a:buNone/>
              <a:defRPr b="0" i="0" sz="1000" u="none" cap="none" strike="noStrike">
                <a:solidFill>
                  <a:srgbClr val="3F3F3F"/>
                </a:solidFill>
                <a:latin typeface="Century Gothic"/>
                <a:ea typeface="Century Gothic"/>
                <a:cs typeface="Century Gothic"/>
                <a:sym typeface="Century Gothic"/>
              </a:defRPr>
            </a:lvl5pPr>
            <a:lvl6pPr indent="0" lvl="5" marL="0" algn="r">
              <a:spcBef>
                <a:spcPts val="0"/>
              </a:spcBef>
              <a:buNone/>
              <a:defRPr b="0" i="0" sz="1000" u="none" cap="none" strike="noStrike">
                <a:solidFill>
                  <a:srgbClr val="3F3F3F"/>
                </a:solidFill>
                <a:latin typeface="Century Gothic"/>
                <a:ea typeface="Century Gothic"/>
                <a:cs typeface="Century Gothic"/>
                <a:sym typeface="Century Gothic"/>
              </a:defRPr>
            </a:lvl6pPr>
            <a:lvl7pPr indent="0" lvl="6" marL="0" algn="r">
              <a:spcBef>
                <a:spcPts val="0"/>
              </a:spcBef>
              <a:buNone/>
              <a:defRPr b="0" i="0" sz="1000" u="none" cap="none" strike="noStrike">
                <a:solidFill>
                  <a:srgbClr val="3F3F3F"/>
                </a:solidFill>
                <a:latin typeface="Century Gothic"/>
                <a:ea typeface="Century Gothic"/>
                <a:cs typeface="Century Gothic"/>
                <a:sym typeface="Century Gothic"/>
              </a:defRPr>
            </a:lvl7pPr>
            <a:lvl8pPr indent="0" lvl="7" marL="0" algn="r">
              <a:spcBef>
                <a:spcPts val="0"/>
              </a:spcBef>
              <a:buNone/>
              <a:defRPr b="0" i="0" sz="1000" u="none" cap="none" strike="noStrike">
                <a:solidFill>
                  <a:srgbClr val="3F3F3F"/>
                </a:solidFill>
                <a:latin typeface="Century Gothic"/>
                <a:ea typeface="Century Gothic"/>
                <a:cs typeface="Century Gothic"/>
                <a:sym typeface="Century Gothic"/>
              </a:defRPr>
            </a:lvl8pPr>
            <a:lvl9pPr indent="0" lvl="8" marL="0" algn="r">
              <a:spcBef>
                <a:spcPts val="0"/>
              </a:spcBef>
              <a:buNone/>
              <a:defRPr b="0" i="0" sz="1000" u="none" cap="none" strike="noStrike">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30" name="Shape 30"/>
        <p:cNvGrpSpPr/>
        <p:nvPr/>
      </p:nvGrpSpPr>
      <p:grpSpPr>
        <a:xfrm>
          <a:off x="0" y="0"/>
          <a:ext cx="0" cy="0"/>
          <a:chOff x="0" y="0"/>
          <a:chExt cx="0" cy="0"/>
        </a:xfrm>
      </p:grpSpPr>
      <p:sp>
        <p:nvSpPr>
          <p:cNvPr id="31" name="Google Shape;31;p28"/>
          <p:cNvSpPr/>
          <p:nvPr/>
        </p:nvSpPr>
        <p:spPr>
          <a:xfrm>
            <a:off x="9020386" y="237744"/>
            <a:ext cx="2926080" cy="63825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8"/>
          <p:cNvSpPr txBox="1"/>
          <p:nvPr>
            <p:ph type="title"/>
          </p:nvPr>
        </p:nvSpPr>
        <p:spPr>
          <a:xfrm>
            <a:off x="9296400" y="603504"/>
            <a:ext cx="2432304" cy="164592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FFFFFF"/>
              </a:buClr>
              <a:buSzPts val="2800"/>
              <a:buFont typeface="Century Gothic"/>
              <a:buNone/>
              <a:defRPr b="0" sz="2800">
                <a:solidFill>
                  <a:srgbClr val="FFFFFF"/>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8"/>
          <p:cNvSpPr/>
          <p:nvPr>
            <p:ph idx="2" type="pic"/>
          </p:nvPr>
        </p:nvSpPr>
        <p:spPr>
          <a:xfrm>
            <a:off x="228599" y="237744"/>
            <a:ext cx="8531352" cy="6382512"/>
          </a:xfrm>
          <a:prstGeom prst="rect">
            <a:avLst/>
          </a:prstGeom>
          <a:solidFill>
            <a:srgbClr val="76CEEF"/>
          </a:solidFill>
          <a:ln>
            <a:noFill/>
          </a:ln>
        </p:spPr>
      </p:sp>
      <p:sp>
        <p:nvSpPr>
          <p:cNvPr id="34" name="Google Shape;34;p28"/>
          <p:cNvSpPr txBox="1"/>
          <p:nvPr>
            <p:ph idx="1" type="body"/>
          </p:nvPr>
        </p:nvSpPr>
        <p:spPr>
          <a:xfrm>
            <a:off x="9296400" y="2286000"/>
            <a:ext cx="2432304" cy="350215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400"/>
              <a:buNone/>
              <a:defRPr sz="1400">
                <a:solidFill>
                  <a:srgbClr val="FFFFFF"/>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35" name="Google Shape;35;p28"/>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8"/>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1000">
                <a:solidFill>
                  <a:srgbClr val="FFFFFF"/>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8"/>
          <p:cNvSpPr txBox="1"/>
          <p:nvPr>
            <p:ph idx="12" type="sldNum"/>
          </p:nvPr>
        </p:nvSpPr>
        <p:spPr>
          <a:xfrm>
            <a:off x="10396728" y="6227064"/>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000" u="none" cap="none" strike="noStrike">
                <a:solidFill>
                  <a:srgbClr val="FFFFFF"/>
                </a:solidFill>
                <a:latin typeface="Century Gothic"/>
                <a:ea typeface="Century Gothic"/>
                <a:cs typeface="Century Gothic"/>
                <a:sym typeface="Century Gothic"/>
              </a:defRPr>
            </a:lvl1pPr>
            <a:lvl2pPr indent="0" lvl="1" marL="0" algn="r">
              <a:spcBef>
                <a:spcPts val="0"/>
              </a:spcBef>
              <a:buNone/>
              <a:defRPr b="0" i="0" sz="1000" u="none" cap="none" strike="noStrike">
                <a:solidFill>
                  <a:srgbClr val="FFFFFF"/>
                </a:solidFill>
                <a:latin typeface="Century Gothic"/>
                <a:ea typeface="Century Gothic"/>
                <a:cs typeface="Century Gothic"/>
                <a:sym typeface="Century Gothic"/>
              </a:defRPr>
            </a:lvl2pPr>
            <a:lvl3pPr indent="0" lvl="2" marL="0" algn="r">
              <a:spcBef>
                <a:spcPts val="0"/>
              </a:spcBef>
              <a:buNone/>
              <a:defRPr b="0" i="0" sz="1000" u="none" cap="none" strike="noStrike">
                <a:solidFill>
                  <a:srgbClr val="FFFFFF"/>
                </a:solidFill>
                <a:latin typeface="Century Gothic"/>
                <a:ea typeface="Century Gothic"/>
                <a:cs typeface="Century Gothic"/>
                <a:sym typeface="Century Gothic"/>
              </a:defRPr>
            </a:lvl3pPr>
            <a:lvl4pPr indent="0" lvl="3" marL="0" algn="r">
              <a:spcBef>
                <a:spcPts val="0"/>
              </a:spcBef>
              <a:buNone/>
              <a:defRPr b="0" i="0" sz="1000" u="none" cap="none" strike="noStrike">
                <a:solidFill>
                  <a:srgbClr val="FFFFFF"/>
                </a:solidFill>
                <a:latin typeface="Century Gothic"/>
                <a:ea typeface="Century Gothic"/>
                <a:cs typeface="Century Gothic"/>
                <a:sym typeface="Century Gothic"/>
              </a:defRPr>
            </a:lvl4pPr>
            <a:lvl5pPr indent="0" lvl="4" marL="0" algn="r">
              <a:spcBef>
                <a:spcPts val="0"/>
              </a:spcBef>
              <a:buNone/>
              <a:defRPr b="0" i="0" sz="1000" u="none" cap="none" strike="noStrike">
                <a:solidFill>
                  <a:srgbClr val="FFFFFF"/>
                </a:solidFill>
                <a:latin typeface="Century Gothic"/>
                <a:ea typeface="Century Gothic"/>
                <a:cs typeface="Century Gothic"/>
                <a:sym typeface="Century Gothic"/>
              </a:defRPr>
            </a:lvl5pPr>
            <a:lvl6pPr indent="0" lvl="5" marL="0" algn="r">
              <a:spcBef>
                <a:spcPts val="0"/>
              </a:spcBef>
              <a:buNone/>
              <a:defRPr b="0" i="0" sz="1000" u="none" cap="none" strike="noStrike">
                <a:solidFill>
                  <a:srgbClr val="FFFFFF"/>
                </a:solidFill>
                <a:latin typeface="Century Gothic"/>
                <a:ea typeface="Century Gothic"/>
                <a:cs typeface="Century Gothic"/>
                <a:sym typeface="Century Gothic"/>
              </a:defRPr>
            </a:lvl6pPr>
            <a:lvl7pPr indent="0" lvl="6" marL="0" algn="r">
              <a:spcBef>
                <a:spcPts val="0"/>
              </a:spcBef>
              <a:buNone/>
              <a:defRPr b="0" i="0" sz="1000" u="none" cap="none" strike="noStrike">
                <a:solidFill>
                  <a:srgbClr val="FFFFFF"/>
                </a:solidFill>
                <a:latin typeface="Century Gothic"/>
                <a:ea typeface="Century Gothic"/>
                <a:cs typeface="Century Gothic"/>
                <a:sym typeface="Century Gothic"/>
              </a:defRPr>
            </a:lvl7pPr>
            <a:lvl8pPr indent="0" lvl="7" marL="0" algn="r">
              <a:spcBef>
                <a:spcPts val="0"/>
              </a:spcBef>
              <a:buNone/>
              <a:defRPr b="0" i="0" sz="1000" u="none" cap="none" strike="noStrike">
                <a:solidFill>
                  <a:srgbClr val="FFFFFF"/>
                </a:solidFill>
                <a:latin typeface="Century Gothic"/>
                <a:ea typeface="Century Gothic"/>
                <a:cs typeface="Century Gothic"/>
                <a:sym typeface="Century Gothic"/>
              </a:defRPr>
            </a:lvl8pPr>
            <a:lvl9pPr indent="0" lvl="8" marL="0" algn="r">
              <a:spcBef>
                <a:spcPts val="0"/>
              </a:spcBef>
              <a:buNone/>
              <a:defRPr b="0" i="0" sz="1000" u="none" cap="none" strike="noStrike">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28"/>
          <p:cNvSpPr/>
          <p:nvPr/>
        </p:nvSpPr>
        <p:spPr>
          <a:xfrm>
            <a:off x="9157546" y="374904"/>
            <a:ext cx="2651760" cy="6108192"/>
          </a:xfrm>
          <a:prstGeom prst="rect">
            <a:avLst/>
          </a:prstGeom>
          <a:noFill/>
          <a:ln cap="sq" cmpd="sng" w="9525">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9"/>
          <p:cNvSpPr txBox="1"/>
          <p:nvPr>
            <p:ph idx="1" type="body"/>
          </p:nvPr>
        </p:nvSpPr>
        <p:spPr>
          <a:xfrm>
            <a:off x="1066800" y="2103120"/>
            <a:ext cx="475488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42" name="Google Shape;42;p29"/>
          <p:cNvSpPr txBox="1"/>
          <p:nvPr>
            <p:ph idx="2" type="body"/>
          </p:nvPr>
        </p:nvSpPr>
        <p:spPr>
          <a:xfrm>
            <a:off x="6370320" y="2103120"/>
            <a:ext cx="475488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43" name="Google Shape;43;p29"/>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9"/>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9"/>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46" name="Shape 46"/>
        <p:cNvGrpSpPr/>
        <p:nvPr/>
      </p:nvGrpSpPr>
      <p:grpSpPr>
        <a:xfrm>
          <a:off x="0" y="0"/>
          <a:ext cx="0" cy="0"/>
          <a:chOff x="0" y="0"/>
          <a:chExt cx="0" cy="0"/>
        </a:xfrm>
      </p:grpSpPr>
      <p:sp>
        <p:nvSpPr>
          <p:cNvPr id="47" name="Google Shape;47;p30"/>
          <p:cNvSpPr/>
          <p:nvPr/>
        </p:nvSpPr>
        <p:spPr>
          <a:xfrm>
            <a:off x="245529" y="237744"/>
            <a:ext cx="8531352"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0"/>
          <p:cNvSpPr/>
          <p:nvPr/>
        </p:nvSpPr>
        <p:spPr>
          <a:xfrm>
            <a:off x="9020386" y="237744"/>
            <a:ext cx="2926080" cy="63825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0"/>
          <p:cNvSpPr txBox="1"/>
          <p:nvPr>
            <p:ph type="title"/>
          </p:nvPr>
        </p:nvSpPr>
        <p:spPr>
          <a:xfrm>
            <a:off x="9296400" y="607392"/>
            <a:ext cx="2430780" cy="16459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2800"/>
              <a:buFont typeface="Century Gothic"/>
              <a:buNone/>
              <a:defRPr b="0" sz="2800" cap="none">
                <a:solidFill>
                  <a:srgbClr val="FFFFFF"/>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0"/>
          <p:cNvSpPr txBox="1"/>
          <p:nvPr>
            <p:ph idx="1" type="body"/>
          </p:nvPr>
        </p:nvSpPr>
        <p:spPr>
          <a:xfrm>
            <a:off x="685800" y="609600"/>
            <a:ext cx="7772400" cy="5334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51" name="Google Shape;51;p30"/>
          <p:cNvSpPr txBox="1"/>
          <p:nvPr>
            <p:ph idx="2" type="body"/>
          </p:nvPr>
        </p:nvSpPr>
        <p:spPr>
          <a:xfrm>
            <a:off x="9296400" y="2286000"/>
            <a:ext cx="2430780" cy="35052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400"/>
              <a:buNone/>
              <a:defRPr sz="1400">
                <a:solidFill>
                  <a:srgbClr val="FFFFFF"/>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52" name="Google Shape;52;p30"/>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0"/>
          <p:cNvSpPr txBox="1"/>
          <p:nvPr>
            <p:ph idx="12" type="sldNum"/>
          </p:nvPr>
        </p:nvSpPr>
        <p:spPr>
          <a:xfrm>
            <a:off x="10393677" y="622300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000" u="none" cap="none" strike="noStrike">
                <a:solidFill>
                  <a:srgbClr val="FFFFFF"/>
                </a:solidFill>
                <a:latin typeface="Century Gothic"/>
                <a:ea typeface="Century Gothic"/>
                <a:cs typeface="Century Gothic"/>
                <a:sym typeface="Century Gothic"/>
              </a:defRPr>
            </a:lvl1pPr>
            <a:lvl2pPr indent="0" lvl="1" marL="0" algn="r">
              <a:spcBef>
                <a:spcPts val="0"/>
              </a:spcBef>
              <a:buNone/>
              <a:defRPr b="0" i="0" sz="1000" u="none" cap="none" strike="noStrike">
                <a:solidFill>
                  <a:srgbClr val="FFFFFF"/>
                </a:solidFill>
                <a:latin typeface="Century Gothic"/>
                <a:ea typeface="Century Gothic"/>
                <a:cs typeface="Century Gothic"/>
                <a:sym typeface="Century Gothic"/>
              </a:defRPr>
            </a:lvl2pPr>
            <a:lvl3pPr indent="0" lvl="2" marL="0" algn="r">
              <a:spcBef>
                <a:spcPts val="0"/>
              </a:spcBef>
              <a:buNone/>
              <a:defRPr b="0" i="0" sz="1000" u="none" cap="none" strike="noStrike">
                <a:solidFill>
                  <a:srgbClr val="FFFFFF"/>
                </a:solidFill>
                <a:latin typeface="Century Gothic"/>
                <a:ea typeface="Century Gothic"/>
                <a:cs typeface="Century Gothic"/>
                <a:sym typeface="Century Gothic"/>
              </a:defRPr>
            </a:lvl3pPr>
            <a:lvl4pPr indent="0" lvl="3" marL="0" algn="r">
              <a:spcBef>
                <a:spcPts val="0"/>
              </a:spcBef>
              <a:buNone/>
              <a:defRPr b="0" i="0" sz="1000" u="none" cap="none" strike="noStrike">
                <a:solidFill>
                  <a:srgbClr val="FFFFFF"/>
                </a:solidFill>
                <a:latin typeface="Century Gothic"/>
                <a:ea typeface="Century Gothic"/>
                <a:cs typeface="Century Gothic"/>
                <a:sym typeface="Century Gothic"/>
              </a:defRPr>
            </a:lvl4pPr>
            <a:lvl5pPr indent="0" lvl="4" marL="0" algn="r">
              <a:spcBef>
                <a:spcPts val="0"/>
              </a:spcBef>
              <a:buNone/>
              <a:defRPr b="0" i="0" sz="1000" u="none" cap="none" strike="noStrike">
                <a:solidFill>
                  <a:srgbClr val="FFFFFF"/>
                </a:solidFill>
                <a:latin typeface="Century Gothic"/>
                <a:ea typeface="Century Gothic"/>
                <a:cs typeface="Century Gothic"/>
                <a:sym typeface="Century Gothic"/>
              </a:defRPr>
            </a:lvl5pPr>
            <a:lvl6pPr indent="0" lvl="5" marL="0" algn="r">
              <a:spcBef>
                <a:spcPts val="0"/>
              </a:spcBef>
              <a:buNone/>
              <a:defRPr b="0" i="0" sz="1000" u="none" cap="none" strike="noStrike">
                <a:solidFill>
                  <a:srgbClr val="FFFFFF"/>
                </a:solidFill>
                <a:latin typeface="Century Gothic"/>
                <a:ea typeface="Century Gothic"/>
                <a:cs typeface="Century Gothic"/>
                <a:sym typeface="Century Gothic"/>
              </a:defRPr>
            </a:lvl6pPr>
            <a:lvl7pPr indent="0" lvl="6" marL="0" algn="r">
              <a:spcBef>
                <a:spcPts val="0"/>
              </a:spcBef>
              <a:buNone/>
              <a:defRPr b="0" i="0" sz="1000" u="none" cap="none" strike="noStrike">
                <a:solidFill>
                  <a:srgbClr val="FFFFFF"/>
                </a:solidFill>
                <a:latin typeface="Century Gothic"/>
                <a:ea typeface="Century Gothic"/>
                <a:cs typeface="Century Gothic"/>
                <a:sym typeface="Century Gothic"/>
              </a:defRPr>
            </a:lvl7pPr>
            <a:lvl8pPr indent="0" lvl="7" marL="0" algn="r">
              <a:spcBef>
                <a:spcPts val="0"/>
              </a:spcBef>
              <a:buNone/>
              <a:defRPr b="0" i="0" sz="1000" u="none" cap="none" strike="noStrike">
                <a:solidFill>
                  <a:srgbClr val="FFFFFF"/>
                </a:solidFill>
                <a:latin typeface="Century Gothic"/>
                <a:ea typeface="Century Gothic"/>
                <a:cs typeface="Century Gothic"/>
                <a:sym typeface="Century Gothic"/>
              </a:defRPr>
            </a:lvl8pPr>
            <a:lvl9pPr indent="0" lvl="8" marL="0" algn="r">
              <a:spcBef>
                <a:spcPts val="0"/>
              </a:spcBef>
              <a:buNone/>
              <a:defRPr b="0" i="0" sz="1000" u="none" cap="none" strike="noStrike">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30"/>
          <p:cNvSpPr/>
          <p:nvPr/>
        </p:nvSpPr>
        <p:spPr>
          <a:xfrm>
            <a:off x="9157546" y="374904"/>
            <a:ext cx="2651760" cy="6108192"/>
          </a:xfrm>
          <a:prstGeom prst="rect">
            <a:avLst/>
          </a:prstGeom>
          <a:noFill/>
          <a:ln cap="sq" cmpd="sng" w="9525">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31"/>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1"/>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59" name="Google Shape;59;p31"/>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1"/>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3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2"/>
          <p:cNvSpPr txBox="1"/>
          <p:nvPr>
            <p:ph idx="1" type="body"/>
          </p:nvPr>
        </p:nvSpPr>
        <p:spPr>
          <a:xfrm>
            <a:off x="1069848" y="2074334"/>
            <a:ext cx="4754880" cy="64008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SzPts val="1900"/>
              <a:buNone/>
              <a:defRPr b="0" sz="1900">
                <a:solidFill>
                  <a:schemeClr val="dk2"/>
                </a:solidFill>
                <a:latin typeface="Century Gothic"/>
                <a:ea typeface="Century Gothic"/>
                <a:cs typeface="Century Gothic"/>
                <a:sym typeface="Century Gothic"/>
              </a:defRPr>
            </a:lvl1pPr>
            <a:lvl2pPr indent="-228600" lvl="1" marL="914400" algn="l">
              <a:lnSpc>
                <a:spcPct val="100000"/>
              </a:lnSpc>
              <a:spcBef>
                <a:spcPts val="500"/>
              </a:spcBef>
              <a:spcAft>
                <a:spcPts val="0"/>
              </a:spcAft>
              <a:buSzPts val="1900"/>
              <a:buNone/>
              <a:defRPr b="1" sz="19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65" name="Google Shape;65;p32"/>
          <p:cNvSpPr txBox="1"/>
          <p:nvPr>
            <p:ph idx="2" type="body"/>
          </p:nvPr>
        </p:nvSpPr>
        <p:spPr>
          <a:xfrm>
            <a:off x="1069848" y="2755898"/>
            <a:ext cx="4754880" cy="3200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6" name="Google Shape;66;p32"/>
          <p:cNvSpPr txBox="1"/>
          <p:nvPr>
            <p:ph idx="3" type="body"/>
          </p:nvPr>
        </p:nvSpPr>
        <p:spPr>
          <a:xfrm>
            <a:off x="6373368" y="2074334"/>
            <a:ext cx="4754880" cy="64008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SzPts val="1900"/>
              <a:buNone/>
              <a:defRPr b="0" sz="1900">
                <a:solidFill>
                  <a:schemeClr val="dk2"/>
                </a:solidFill>
              </a:defRPr>
            </a:lvl1pPr>
            <a:lvl2pPr indent="-228600" lvl="1" marL="914400" algn="l">
              <a:lnSpc>
                <a:spcPct val="100000"/>
              </a:lnSpc>
              <a:spcBef>
                <a:spcPts val="500"/>
              </a:spcBef>
              <a:spcAft>
                <a:spcPts val="0"/>
              </a:spcAft>
              <a:buSzPts val="1900"/>
              <a:buNone/>
              <a:defRPr b="1" sz="19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67" name="Google Shape;67;p32"/>
          <p:cNvSpPr txBox="1"/>
          <p:nvPr>
            <p:ph idx="4" type="body"/>
          </p:nvPr>
        </p:nvSpPr>
        <p:spPr>
          <a:xfrm>
            <a:off x="6373368" y="2756581"/>
            <a:ext cx="4754880" cy="3200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68" name="Google Shape;68;p32"/>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2"/>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2"/>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rgbClr val="E1DBC9"/>
            </a:gs>
            <a:gs pos="77000">
              <a:srgbClr val="C8C1B0"/>
            </a:gs>
            <a:gs pos="100000">
              <a:srgbClr val="C0BAAA"/>
            </a:gs>
          </a:gsLst>
          <a:lin ang="5400000" scaled="0"/>
        </a:gradFill>
      </p:bgPr>
    </p:bg>
    <p:spTree>
      <p:nvGrpSpPr>
        <p:cNvPr id="71" name="Shape 71"/>
        <p:cNvGrpSpPr/>
        <p:nvPr/>
      </p:nvGrpSpPr>
      <p:grpSpPr>
        <a:xfrm>
          <a:off x="0" y="0"/>
          <a:ext cx="0" cy="0"/>
          <a:chOff x="0" y="0"/>
          <a:chExt cx="0" cy="0"/>
        </a:xfrm>
      </p:grpSpPr>
      <p:sp>
        <p:nvSpPr>
          <p:cNvPr id="72" name="Google Shape;72;p33"/>
          <p:cNvSpPr/>
          <p:nvPr/>
        </p:nvSpPr>
        <p:spPr>
          <a:xfrm>
            <a:off x="0" y="0"/>
            <a:ext cx="12192000" cy="6858000"/>
          </a:xfrm>
          <a:prstGeom prst="rect">
            <a:avLst/>
          </a:prstGeom>
          <a:blipFill rotWithShape="1">
            <a:blip r:embed="rId2">
              <a:alphaModFix amt="45000"/>
            </a:blip>
            <a:tile algn="tl" flip="none" tx="-44450" sx="85000" ty="38100" sy="85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3"/>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3"/>
          <p:cNvSpPr/>
          <p:nvPr/>
        </p:nvSpPr>
        <p:spPr>
          <a:xfrm>
            <a:off x="1447800"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3"/>
          <p:cNvSpPr/>
          <p:nvPr/>
        </p:nvSpPr>
        <p:spPr>
          <a:xfrm>
            <a:off x="5135880" y="1267730"/>
            <a:ext cx="1920240" cy="7315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 name="Google Shape;76;p33"/>
          <p:cNvGrpSpPr/>
          <p:nvPr/>
        </p:nvGrpSpPr>
        <p:grpSpPr>
          <a:xfrm>
            <a:off x="5250180" y="1267730"/>
            <a:ext cx="1691640" cy="645295"/>
            <a:chOff x="5318306" y="1386268"/>
            <a:chExt cx="1567331" cy="645295"/>
          </a:xfrm>
        </p:grpSpPr>
        <p:cxnSp>
          <p:nvCxnSpPr>
            <p:cNvPr id="77" name="Google Shape;77;p33"/>
            <p:cNvCxnSpPr/>
            <p:nvPr/>
          </p:nvCxnSpPr>
          <p:spPr>
            <a:xfrm>
              <a:off x="5318306"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78" name="Google Shape;78;p33"/>
            <p:cNvCxnSpPr/>
            <p:nvPr/>
          </p:nvCxnSpPr>
          <p:spPr>
            <a:xfrm>
              <a:off x="6885637"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79" name="Google Shape;79;p33"/>
            <p:cNvCxnSpPr/>
            <p:nvPr/>
          </p:nvCxnSpPr>
          <p:spPr>
            <a:xfrm>
              <a:off x="5318306" y="2031563"/>
              <a:ext cx="1567331" cy="0"/>
            </a:xfrm>
            <a:prstGeom prst="straightConnector1">
              <a:avLst/>
            </a:prstGeom>
            <a:solidFill>
              <a:srgbClr val="262626"/>
            </a:solidFill>
            <a:ln cap="flat" cmpd="sng" w="9525">
              <a:solidFill>
                <a:schemeClr val="dk1"/>
              </a:solidFill>
              <a:prstDash val="solid"/>
              <a:miter lim="800000"/>
              <a:headEnd len="sm" w="sm" type="none"/>
              <a:tailEnd len="sm" w="sm" type="none"/>
            </a:ln>
          </p:spPr>
        </p:cxnSp>
      </p:grpSp>
      <p:sp>
        <p:nvSpPr>
          <p:cNvPr id="80" name="Google Shape;80;p33"/>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rgbClr val="262626"/>
              </a:buClr>
              <a:buSzPts val="7200"/>
              <a:buFont typeface="Century Gothic"/>
              <a:buNone/>
              <a:defRPr sz="7200" cap="none">
                <a:solidFill>
                  <a:srgbClr val="262626"/>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33"/>
          <p:cNvSpPr txBox="1"/>
          <p:nvPr>
            <p:ph idx="1" type="body"/>
          </p:nvPr>
        </p:nvSpPr>
        <p:spPr>
          <a:xfrm>
            <a:off x="1563624" y="4682062"/>
            <a:ext cx="9070848" cy="457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600"/>
              <a:buNone/>
              <a:defRPr sz="1600">
                <a:solidFill>
                  <a:schemeClr val="dk1"/>
                </a:solidFill>
              </a:defRPr>
            </a:lvl1pPr>
            <a:lvl2pPr indent="-228600" lvl="1" marL="914400" algn="l">
              <a:lnSpc>
                <a:spcPct val="100000"/>
              </a:lnSpc>
              <a:spcBef>
                <a:spcPts val="500"/>
              </a:spcBef>
              <a:spcAft>
                <a:spcPts val="0"/>
              </a:spcAft>
              <a:buSzPts val="1600"/>
              <a:buNone/>
              <a:defRPr sz="1600">
                <a:solidFill>
                  <a:srgbClr val="888888"/>
                </a:solidFill>
              </a:defRPr>
            </a:lvl2pPr>
            <a:lvl3pPr indent="-228600" lvl="2" marL="1371600" algn="l">
              <a:lnSpc>
                <a:spcPct val="100000"/>
              </a:lnSpc>
              <a:spcBef>
                <a:spcPts val="500"/>
              </a:spcBef>
              <a:spcAft>
                <a:spcPts val="0"/>
              </a:spcAft>
              <a:buSzPts val="1600"/>
              <a:buNone/>
              <a:defRPr sz="1600">
                <a:solidFill>
                  <a:srgbClr val="888888"/>
                </a:solidFill>
              </a:defRPr>
            </a:lvl3pPr>
            <a:lvl4pPr indent="-228600" lvl="3" marL="1828800" algn="l">
              <a:lnSpc>
                <a:spcPct val="100000"/>
              </a:lnSpc>
              <a:spcBef>
                <a:spcPts val="500"/>
              </a:spcBef>
              <a:spcAft>
                <a:spcPts val="0"/>
              </a:spcAft>
              <a:buSzPts val="1400"/>
              <a:buNone/>
              <a:defRPr sz="1400">
                <a:solidFill>
                  <a:srgbClr val="888888"/>
                </a:solidFill>
              </a:defRPr>
            </a:lvl4pPr>
            <a:lvl5pPr indent="-228600" lvl="4" marL="2286000" algn="l">
              <a:lnSpc>
                <a:spcPct val="10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82" name="Google Shape;82;p33"/>
          <p:cNvSpPr txBox="1"/>
          <p:nvPr>
            <p:ph idx="10" type="dt"/>
          </p:nvPr>
        </p:nvSpPr>
        <p:spPr>
          <a:xfrm>
            <a:off x="5321808" y="1344502"/>
            <a:ext cx="1554480" cy="53035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chemeClr val="dk1"/>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3"/>
          <p:cNvSpPr txBox="1"/>
          <p:nvPr>
            <p:ph idx="11" type="ftr"/>
          </p:nvPr>
        </p:nvSpPr>
        <p:spPr>
          <a:xfrm>
            <a:off x="1453553" y="5211060"/>
            <a:ext cx="5907024"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3"/>
          <p:cNvSpPr txBox="1"/>
          <p:nvPr>
            <p:ph idx="12" type="sldNum"/>
          </p:nvPr>
        </p:nvSpPr>
        <p:spPr>
          <a:xfrm>
            <a:off x="8604504" y="5211060"/>
            <a:ext cx="2112264"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3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34"/>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4"/>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4"/>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35"/>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5"/>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5"/>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4" name="Shape 94"/>
        <p:cNvGrpSpPr/>
        <p:nvPr/>
      </p:nvGrpSpPr>
      <p:grpSpPr>
        <a:xfrm>
          <a:off x="0" y="0"/>
          <a:ext cx="0" cy="0"/>
          <a:chOff x="0" y="0"/>
          <a:chExt cx="0" cy="0"/>
        </a:xfrm>
      </p:grpSpPr>
      <p:sp>
        <p:nvSpPr>
          <p:cNvPr id="95" name="Google Shape;95;p3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36"/>
          <p:cNvSpPr txBox="1"/>
          <p:nvPr>
            <p:ph idx="1" type="body"/>
          </p:nvPr>
        </p:nvSpPr>
        <p:spPr>
          <a:xfrm rot="5400000">
            <a:off x="4130040" y="-960120"/>
            <a:ext cx="3931920" cy="10058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97" name="Google Shape;97;p36"/>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6"/>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6"/>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0" name="Shape 100"/>
        <p:cNvGrpSpPr/>
        <p:nvPr/>
      </p:nvGrpSpPr>
      <p:grpSpPr>
        <a:xfrm>
          <a:off x="0" y="0"/>
          <a:ext cx="0" cy="0"/>
          <a:chOff x="0" y="0"/>
          <a:chExt cx="0" cy="0"/>
        </a:xfrm>
      </p:grpSpPr>
      <p:sp>
        <p:nvSpPr>
          <p:cNvPr id="101" name="Google Shape;101;p37"/>
          <p:cNvSpPr txBox="1"/>
          <p:nvPr>
            <p:ph type="title"/>
          </p:nvPr>
        </p:nvSpPr>
        <p:spPr>
          <a:xfrm rot="5400000">
            <a:off x="7543800" y="2209800"/>
            <a:ext cx="5257800" cy="2362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37"/>
          <p:cNvSpPr txBox="1"/>
          <p:nvPr>
            <p:ph idx="1" type="body"/>
          </p:nvPr>
        </p:nvSpPr>
        <p:spPr>
          <a:xfrm rot="5400000">
            <a:off x="2247900" y="-647700"/>
            <a:ext cx="5257800" cy="80772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03" name="Google Shape;103;p37"/>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7"/>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7"/>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p:nvPr/>
        </p:nvSpPr>
        <p:spPr>
          <a:xfrm>
            <a:off x="234696" y="237744"/>
            <a:ext cx="11722608"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800"/>
              <a:buFont typeface="Century Gothic"/>
              <a:buNone/>
              <a:defRPr b="0" i="0" sz="4800" u="none" cap="none" strike="noStrike">
                <a:solidFill>
                  <a:srgbClr val="262626"/>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6"/>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rgbClr val="262626"/>
              </a:buClr>
              <a:buSzPts val="1800"/>
              <a:buFont typeface="Garamond"/>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100000"/>
              </a:lnSpc>
              <a:spcBef>
                <a:spcPts val="500"/>
              </a:spcBef>
              <a:spcAft>
                <a:spcPts val="0"/>
              </a:spcAft>
              <a:buClr>
                <a:srgbClr val="262626"/>
              </a:buClr>
              <a:buSzPts val="1600"/>
              <a:buFont typeface="Garamond"/>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3pPr>
            <a:lvl4pPr indent="-317500" lvl="3" marL="1828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4pPr>
            <a:lvl5pPr indent="-317500" lvl="4" marL="22860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9pPr>
          </a:lstStyle>
          <a:p/>
        </p:txBody>
      </p:sp>
      <p:sp>
        <p:nvSpPr>
          <p:cNvPr id="13" name="Google Shape;13;p26"/>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26"/>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5" name="Google Shape;15;p26"/>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00" u="none" cap="none" strike="noStrike">
                <a:solidFill>
                  <a:srgbClr val="3F3F3F"/>
                </a:solidFill>
                <a:latin typeface="Century Gothic"/>
                <a:ea typeface="Century Gothic"/>
                <a:cs typeface="Century Gothic"/>
                <a:sym typeface="Century Gothic"/>
              </a:defRPr>
            </a:lvl1pPr>
            <a:lvl2pPr indent="0" lvl="1" marL="0" marR="0" rtl="0" algn="r">
              <a:spcBef>
                <a:spcPts val="0"/>
              </a:spcBef>
              <a:buNone/>
              <a:defRPr b="0" i="0" sz="1000" u="none" cap="none" strike="noStrike">
                <a:solidFill>
                  <a:srgbClr val="3F3F3F"/>
                </a:solidFill>
                <a:latin typeface="Century Gothic"/>
                <a:ea typeface="Century Gothic"/>
                <a:cs typeface="Century Gothic"/>
                <a:sym typeface="Century Gothic"/>
              </a:defRPr>
            </a:lvl2pPr>
            <a:lvl3pPr indent="0" lvl="2" marL="0" marR="0" rtl="0" algn="r">
              <a:spcBef>
                <a:spcPts val="0"/>
              </a:spcBef>
              <a:buNone/>
              <a:defRPr b="0" i="0" sz="1000" u="none" cap="none" strike="noStrike">
                <a:solidFill>
                  <a:srgbClr val="3F3F3F"/>
                </a:solidFill>
                <a:latin typeface="Century Gothic"/>
                <a:ea typeface="Century Gothic"/>
                <a:cs typeface="Century Gothic"/>
                <a:sym typeface="Century Gothic"/>
              </a:defRPr>
            </a:lvl3pPr>
            <a:lvl4pPr indent="0" lvl="3" marL="0" marR="0" rtl="0" algn="r">
              <a:spcBef>
                <a:spcPts val="0"/>
              </a:spcBef>
              <a:buNone/>
              <a:defRPr b="0" i="0" sz="1000" u="none" cap="none" strike="noStrike">
                <a:solidFill>
                  <a:srgbClr val="3F3F3F"/>
                </a:solidFill>
                <a:latin typeface="Century Gothic"/>
                <a:ea typeface="Century Gothic"/>
                <a:cs typeface="Century Gothic"/>
                <a:sym typeface="Century Gothic"/>
              </a:defRPr>
            </a:lvl4pPr>
            <a:lvl5pPr indent="0" lvl="4" marL="0" marR="0" rtl="0" algn="r">
              <a:spcBef>
                <a:spcPts val="0"/>
              </a:spcBef>
              <a:buNone/>
              <a:defRPr b="0" i="0" sz="1000" u="none" cap="none" strike="noStrike">
                <a:solidFill>
                  <a:srgbClr val="3F3F3F"/>
                </a:solidFill>
                <a:latin typeface="Century Gothic"/>
                <a:ea typeface="Century Gothic"/>
                <a:cs typeface="Century Gothic"/>
                <a:sym typeface="Century Gothic"/>
              </a:defRPr>
            </a:lvl5pPr>
            <a:lvl6pPr indent="0" lvl="5" marL="0" marR="0" rtl="0" algn="r">
              <a:spcBef>
                <a:spcPts val="0"/>
              </a:spcBef>
              <a:buNone/>
              <a:defRPr b="0" i="0" sz="1000" u="none" cap="none" strike="noStrike">
                <a:solidFill>
                  <a:srgbClr val="3F3F3F"/>
                </a:solidFill>
                <a:latin typeface="Century Gothic"/>
                <a:ea typeface="Century Gothic"/>
                <a:cs typeface="Century Gothic"/>
                <a:sym typeface="Century Gothic"/>
              </a:defRPr>
            </a:lvl6pPr>
            <a:lvl7pPr indent="0" lvl="6" marL="0" marR="0" rtl="0" algn="r">
              <a:spcBef>
                <a:spcPts val="0"/>
              </a:spcBef>
              <a:buNone/>
              <a:defRPr b="0" i="0" sz="1000" u="none" cap="none" strike="noStrike">
                <a:solidFill>
                  <a:srgbClr val="3F3F3F"/>
                </a:solidFill>
                <a:latin typeface="Century Gothic"/>
                <a:ea typeface="Century Gothic"/>
                <a:cs typeface="Century Gothic"/>
                <a:sym typeface="Century Gothic"/>
              </a:defRPr>
            </a:lvl7pPr>
            <a:lvl8pPr indent="0" lvl="7" marL="0" marR="0" rtl="0" algn="r">
              <a:spcBef>
                <a:spcPts val="0"/>
              </a:spcBef>
              <a:buNone/>
              <a:defRPr b="0" i="0" sz="1000" u="none" cap="none" strike="noStrike">
                <a:solidFill>
                  <a:srgbClr val="3F3F3F"/>
                </a:solidFill>
                <a:latin typeface="Century Gothic"/>
                <a:ea typeface="Century Gothic"/>
                <a:cs typeface="Century Gothic"/>
                <a:sym typeface="Century Gothic"/>
              </a:defRPr>
            </a:lvl8pPr>
            <a:lvl9pPr indent="0" lvl="8" marL="0" marR="0" rtl="0" algn="r">
              <a:spcBef>
                <a:spcPts val="0"/>
              </a:spcBef>
              <a:buNone/>
              <a:defRPr b="0" i="0" sz="1000" u="none" cap="none" strike="noStrike">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mlDrawing" Target="../drawings/vmlDrawing1.vml"/><Relationship Id="rId4" Type="http://schemas.openxmlformats.org/officeDocument/2006/relationships/package" Target="../embeddings/Microsoft_Office_Word_Document1.docx"/><Relationship Id="rId5" Type="http://schemas.openxmlformats.org/officeDocument/2006/relationships/package" Target="../embeddings/Microsoft_Office_Word_Document1.docx"/><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chemeClr val="accent2"/>
              </a:buClr>
              <a:buSzPts val="4400"/>
              <a:buFont typeface="Century Gothic"/>
              <a:buNone/>
            </a:pPr>
            <a:r>
              <a:rPr b="1" lang="en-US" sz="4400">
                <a:solidFill>
                  <a:schemeClr val="accent2"/>
                </a:solidFill>
              </a:rPr>
              <a:t>DIVINE PURPOSE INVESTMENTS (DPI) SCHOOLS</a:t>
            </a:r>
            <a:endParaRPr sz="4400">
              <a:solidFill>
                <a:schemeClr val="accent2"/>
              </a:solidFill>
            </a:endParaRPr>
          </a:p>
        </p:txBody>
      </p:sp>
      <p:sp>
        <p:nvSpPr>
          <p:cNvPr id="111" name="Google Shape;111;p1"/>
          <p:cNvSpPr txBox="1"/>
          <p:nvPr>
            <p:ph idx="1" type="subTitle"/>
          </p:nvPr>
        </p:nvSpPr>
        <p:spPr>
          <a:xfrm>
            <a:off x="1562100" y="4682062"/>
            <a:ext cx="9070848" cy="75192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SzPts val="2800"/>
              <a:buNone/>
            </a:pPr>
            <a:r>
              <a:rPr b="1" lang="en-US" sz="2800"/>
              <a:t>Strategic plan for 2025-2031 (7-year)</a:t>
            </a:r>
            <a:br>
              <a:rPr b="1" lang="en-US" sz="2000"/>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
          <p:cNvSpPr txBox="1"/>
          <p:nvPr>
            <p:ph type="title"/>
          </p:nvPr>
        </p:nvSpPr>
        <p:spPr>
          <a:xfrm>
            <a:off x="9087204" y="238126"/>
            <a:ext cx="2876195" cy="6202432"/>
          </a:xfrm>
          <a:prstGeom prst="rect">
            <a:avLst/>
          </a:prstGeom>
          <a:noFill/>
          <a:ln>
            <a:noFill/>
          </a:ln>
        </p:spPr>
        <p:txBody>
          <a:bodyPr anchorCtr="0" anchor="b" bIns="45700" lIns="91425" spcFirstLastPara="1" rIns="91425" wrap="square" tIns="45700">
            <a:noAutofit/>
          </a:bodyPr>
          <a:lstStyle/>
          <a:p>
            <a:pPr indent="-342900" lvl="0" marL="342900" rtl="0" algn="l">
              <a:lnSpc>
                <a:spcPct val="90000"/>
              </a:lnSpc>
              <a:spcBef>
                <a:spcPts val="0"/>
              </a:spcBef>
              <a:spcAft>
                <a:spcPts val="0"/>
              </a:spcAft>
              <a:buClr>
                <a:srgbClr val="FFFFFF"/>
              </a:buClr>
              <a:buSzPts val="2400"/>
              <a:buFont typeface="Noto Sans Symbols"/>
              <a:buChar char="⮚"/>
            </a:pPr>
            <a:r>
              <a:rPr b="1" lang="en-US" sz="2400"/>
              <a:t>An Education, &amp; Community digital hub</a:t>
            </a:r>
            <a:br>
              <a:rPr b="1" lang="en-US" sz="2400"/>
            </a:br>
            <a:br>
              <a:rPr b="1" lang="en-US" sz="2400"/>
            </a:br>
            <a:br>
              <a:rPr b="1" lang="en-US" sz="2400"/>
            </a:br>
            <a:r>
              <a:rPr lang="en-US" sz="2000">
                <a:solidFill>
                  <a:schemeClr val="dk1"/>
                </a:solidFill>
              </a:rPr>
              <a:t>Built on Kingdom principles of:</a:t>
            </a:r>
            <a:br>
              <a:rPr lang="en-US" sz="2000">
                <a:solidFill>
                  <a:schemeClr val="dk1"/>
                </a:solidFill>
              </a:rPr>
            </a:br>
            <a:br>
              <a:rPr lang="en-US" sz="2000">
                <a:solidFill>
                  <a:schemeClr val="dk1"/>
                </a:solidFill>
              </a:rPr>
            </a:br>
            <a:r>
              <a:rPr lang="en-US" sz="2000">
                <a:solidFill>
                  <a:schemeClr val="dk1"/>
                </a:solidFill>
              </a:rPr>
              <a:t>1. Godliness </a:t>
            </a:r>
            <a:br>
              <a:rPr lang="en-US" sz="2000">
                <a:solidFill>
                  <a:schemeClr val="dk1"/>
                </a:solidFill>
              </a:rPr>
            </a:br>
            <a:r>
              <a:rPr lang="en-US" sz="2000">
                <a:solidFill>
                  <a:schemeClr val="dk1"/>
                </a:solidFill>
              </a:rPr>
              <a:t>2. Dominion,</a:t>
            </a:r>
            <a:br>
              <a:rPr lang="en-US" sz="2000">
                <a:solidFill>
                  <a:schemeClr val="dk1"/>
                </a:solidFill>
              </a:rPr>
            </a:br>
            <a:r>
              <a:rPr lang="en-US" sz="2000">
                <a:solidFill>
                  <a:schemeClr val="dk1"/>
                </a:solidFill>
              </a:rPr>
              <a:t>3. Education</a:t>
            </a:r>
            <a:br>
              <a:rPr lang="en-US" sz="2000">
                <a:solidFill>
                  <a:schemeClr val="dk1"/>
                </a:solidFill>
              </a:rPr>
            </a:br>
            <a:r>
              <a:rPr lang="en-US" sz="2000">
                <a:solidFill>
                  <a:schemeClr val="dk1"/>
                </a:solidFill>
              </a:rPr>
              <a:t>4. Technology</a:t>
            </a:r>
            <a:br>
              <a:rPr lang="en-US" sz="2000">
                <a:solidFill>
                  <a:schemeClr val="dk1"/>
                </a:solidFill>
              </a:rPr>
            </a:br>
            <a:r>
              <a:rPr lang="en-US" sz="2000">
                <a:solidFill>
                  <a:schemeClr val="dk1"/>
                </a:solidFill>
              </a:rPr>
              <a:t>5. Sustainable community transformation</a:t>
            </a:r>
            <a:br>
              <a:rPr lang="en-US" sz="2000">
                <a:solidFill>
                  <a:schemeClr val="dk1"/>
                </a:solidFill>
              </a:rPr>
            </a:br>
            <a:br>
              <a:rPr lang="en-US" sz="2000">
                <a:solidFill>
                  <a:schemeClr val="dk1"/>
                </a:solidFill>
              </a:rPr>
            </a:br>
            <a:br>
              <a:rPr lang="en-US" sz="2000">
                <a:solidFill>
                  <a:schemeClr val="dk1"/>
                </a:solidFill>
              </a:rPr>
            </a:br>
            <a:br>
              <a:rPr lang="en-US" sz="2000">
                <a:solidFill>
                  <a:schemeClr val="dk1"/>
                </a:solidFill>
              </a:rPr>
            </a:br>
            <a:br>
              <a:rPr lang="en-US" sz="2000">
                <a:solidFill>
                  <a:schemeClr val="dk1"/>
                </a:solidFill>
              </a:rPr>
            </a:br>
            <a:endParaRPr b="1" sz="2400"/>
          </a:p>
        </p:txBody>
      </p:sp>
      <p:pic>
        <p:nvPicPr>
          <p:cNvPr id="117" name="Google Shape;117;p2"/>
          <p:cNvPicPr preferRelativeResize="0"/>
          <p:nvPr>
            <p:ph idx="2" type="pic"/>
          </p:nvPr>
        </p:nvPicPr>
        <p:blipFill rotWithShape="1">
          <a:blip r:embed="rId3">
            <a:alphaModFix/>
          </a:blip>
          <a:srcRect b="0" l="22175" r="22175" t="0"/>
          <a:stretch/>
        </p:blipFill>
        <p:spPr>
          <a:xfrm>
            <a:off x="228600" y="238125"/>
            <a:ext cx="8665502" cy="6381750"/>
          </a:xfrm>
          <a:prstGeom prst="rect">
            <a:avLst/>
          </a:prstGeom>
          <a:solidFill>
            <a:srgbClr val="76CEEF"/>
          </a:solidFill>
          <a:ln>
            <a:noFill/>
          </a:ln>
        </p:spPr>
      </p:pic>
      <p:grpSp>
        <p:nvGrpSpPr>
          <p:cNvPr id="118" name="Google Shape;118;p2"/>
          <p:cNvGrpSpPr/>
          <p:nvPr/>
        </p:nvGrpSpPr>
        <p:grpSpPr>
          <a:xfrm>
            <a:off x="9708842" y="5821764"/>
            <a:ext cx="513815" cy="98501"/>
            <a:chOff x="127519" y="-16764"/>
            <a:chExt cx="513815" cy="98501"/>
          </a:xfrm>
        </p:grpSpPr>
        <p:sp>
          <p:nvSpPr>
            <p:cNvPr id="119" name="Google Shape;119;p2"/>
            <p:cNvSpPr/>
            <p:nvPr/>
          </p:nvSpPr>
          <p:spPr>
            <a:xfrm>
              <a:off x="576361" y="13644"/>
              <a:ext cx="64973" cy="64973"/>
            </a:xfrm>
            <a:prstGeom prst="diamond">
              <a:avLst/>
            </a:prstGeom>
            <a:solidFill>
              <a:srgbClr val="CBE2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127519" y="-16764"/>
              <a:ext cx="64972" cy="98501"/>
            </a:xfrm>
            <a:prstGeom prst="roundRect">
              <a:avLst>
                <a:gd fmla="val 16667" name="adj"/>
              </a:avLst>
            </a:prstGeom>
            <a:gradFill>
              <a:gsLst>
                <a:gs pos="0">
                  <a:srgbClr val="B8DAF2"/>
                </a:gs>
                <a:gs pos="100000">
                  <a:srgbClr val="9FCEE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txBox="1"/>
            <p:nvPr/>
          </p:nvSpPr>
          <p:spPr>
            <a:xfrm>
              <a:off x="130691" y="-13592"/>
              <a:ext cx="58628" cy="92157"/>
            </a:xfrm>
            <a:prstGeom prst="rect">
              <a:avLst/>
            </a:prstGeom>
            <a:noFill/>
            <a:ln>
              <a:noFill/>
            </a:ln>
          </p:spPr>
          <p:txBody>
            <a:bodyPr anchorCtr="0" anchor="ctr" bIns="19050" lIns="19050" spcFirstLastPara="1" rIns="19050" wrap="square" tIns="19050">
              <a:noAutofit/>
            </a:bodyPr>
            <a:lstStyle/>
            <a:p>
              <a:pPr indent="0" lvl="0" marL="0" marR="0" rtl="0" algn="ctr">
                <a:lnSpc>
                  <a:spcPct val="90000"/>
                </a:lnSpc>
                <a:spcBef>
                  <a:spcPts val="0"/>
                </a:spcBef>
                <a:spcAft>
                  <a:spcPts val="0"/>
                </a:spcAft>
                <a:buClr>
                  <a:schemeClr val="dk1"/>
                </a:buClr>
                <a:buSzPts val="500"/>
                <a:buFont typeface="Century Gothic"/>
                <a:buNone/>
              </a:pPr>
              <a:r>
                <a:rPr b="0" i="0" lang="en-US" sz="500" u="none" cap="none" strike="noStrike">
                  <a:solidFill>
                    <a:schemeClr val="dk1"/>
                  </a:solidFill>
                  <a:latin typeface="Century Gothic"/>
                  <a:ea typeface="Century Gothic"/>
                  <a:cs typeface="Century Gothic"/>
                  <a:sym typeface="Century Gothic"/>
                </a:rPr>
                <a:t>Transforning the port</a:t>
              </a:r>
              <a:endParaRPr b="0" i="0" sz="500" u="none" cap="none" strike="noStrike">
                <a:solidFill>
                  <a:schemeClr val="dk1"/>
                </a:solidFill>
                <a:latin typeface="Century Gothic"/>
                <a:ea typeface="Century Gothic"/>
                <a:cs typeface="Century Gothic"/>
                <a:sym typeface="Century Gothic"/>
              </a:endParaRPr>
            </a:p>
          </p:txBody>
        </p:sp>
        <p:sp>
          <p:nvSpPr>
            <p:cNvPr id="122" name="Google Shape;122;p2"/>
            <p:cNvSpPr/>
            <p:nvPr/>
          </p:nvSpPr>
          <p:spPr>
            <a:xfrm>
              <a:off x="608462" y="19816"/>
              <a:ext cx="28060" cy="25339"/>
            </a:xfrm>
            <a:prstGeom prst="roundRect">
              <a:avLst>
                <a:gd fmla="val 16667" name="adj"/>
              </a:avLst>
            </a:prstGeom>
            <a:gradFill>
              <a:gsLst>
                <a:gs pos="0">
                  <a:srgbClr val="B8DAF2"/>
                </a:gs>
                <a:gs pos="100000">
                  <a:srgbClr val="9FCEE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582534" y="47105"/>
              <a:ext cx="25339" cy="25339"/>
            </a:xfrm>
            <a:prstGeom prst="roundRect">
              <a:avLst>
                <a:gd fmla="val 16667" name="adj"/>
              </a:avLst>
            </a:prstGeom>
            <a:gradFill>
              <a:gsLst>
                <a:gs pos="0">
                  <a:srgbClr val="B8DAF2"/>
                </a:gs>
                <a:gs pos="100000">
                  <a:srgbClr val="9FCEE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609822" y="47105"/>
              <a:ext cx="25339" cy="25339"/>
            </a:xfrm>
            <a:prstGeom prst="roundRect">
              <a:avLst>
                <a:gd fmla="val 16667" name="adj"/>
              </a:avLst>
            </a:prstGeom>
            <a:gradFill>
              <a:gsLst>
                <a:gs pos="0">
                  <a:srgbClr val="B8DAF2"/>
                </a:gs>
                <a:gs pos="100000">
                  <a:srgbClr val="9FCEEE"/>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400050" y="274294"/>
            <a:ext cx="10058400" cy="87951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Century Gothic"/>
              <a:buNone/>
            </a:pPr>
            <a:r>
              <a:rPr lang="en-US"/>
              <a:t>About DPI Schools: Overview </a:t>
            </a:r>
            <a:endParaRPr/>
          </a:p>
        </p:txBody>
      </p:sp>
      <p:graphicFrame>
        <p:nvGraphicFramePr>
          <p:cNvPr id="130" name="Google Shape;130;p3"/>
          <p:cNvGraphicFramePr/>
          <p:nvPr/>
        </p:nvGraphicFramePr>
        <p:xfrm>
          <a:off x="1066800" y="2103438"/>
          <a:ext cx="3000000" cy="3000000"/>
        </p:xfrm>
        <a:graphic>
          <a:graphicData uri="http://schemas.openxmlformats.org/drawingml/2006/table">
            <a:tbl>
              <a:tblPr bandRow="1" firstRow="1">
                <a:noFill/>
                <a:tableStyleId>{76A52C3B-14AF-4E97-932A-A4968C6DBBE6}</a:tableStyleId>
              </a:tblPr>
              <a:tblGrid>
                <a:gridCol w="950900"/>
                <a:gridCol w="950900"/>
                <a:gridCol w="950900"/>
                <a:gridCol w="950900"/>
                <a:gridCol w="950900"/>
              </a:tblGrid>
              <a:tr h="370850">
                <a:tc>
                  <a:txBody>
                    <a:bodyPr/>
                    <a:lstStyle/>
                    <a:p>
                      <a:pPr indent="0" lvl="0" marL="0" marR="0" rtl="0" algn="l">
                        <a:spcBef>
                          <a:spcPts val="0"/>
                        </a:spcBef>
                        <a:spcAft>
                          <a:spcPts val="0"/>
                        </a:spcAft>
                        <a:buNone/>
                      </a:pPr>
                      <a:r>
                        <a:t/>
                      </a:r>
                      <a:endParaRPr sz="1800"/>
                    </a:p>
                  </a:txBody>
                  <a:tcPr marT="45725" marB="45725" marR="88825" marL="88825"/>
                </a:tc>
                <a:tc>
                  <a:txBody>
                    <a:bodyPr/>
                    <a:lstStyle/>
                    <a:p>
                      <a:pPr indent="0" lvl="0" marL="0" marR="0" rtl="0" algn="l">
                        <a:spcBef>
                          <a:spcPts val="0"/>
                        </a:spcBef>
                        <a:spcAft>
                          <a:spcPts val="0"/>
                        </a:spcAft>
                        <a:buNone/>
                      </a:pPr>
                      <a:r>
                        <a:t/>
                      </a:r>
                      <a:endParaRPr sz="1800"/>
                    </a:p>
                  </a:txBody>
                  <a:tcPr marT="45725" marB="45725" marR="88825" marL="88825"/>
                </a:tc>
                <a:tc>
                  <a:txBody>
                    <a:bodyPr/>
                    <a:lstStyle/>
                    <a:p>
                      <a:pPr indent="0" lvl="0" marL="0" marR="0" rtl="0" algn="l">
                        <a:spcBef>
                          <a:spcPts val="0"/>
                        </a:spcBef>
                        <a:spcAft>
                          <a:spcPts val="0"/>
                        </a:spcAft>
                        <a:buNone/>
                      </a:pPr>
                      <a:r>
                        <a:t/>
                      </a:r>
                      <a:endParaRPr sz="1800"/>
                    </a:p>
                  </a:txBody>
                  <a:tcPr marT="45725" marB="45725" marR="88825" marL="88825"/>
                </a:tc>
                <a:tc>
                  <a:txBody>
                    <a:bodyPr/>
                    <a:lstStyle/>
                    <a:p>
                      <a:pPr indent="0" lvl="0" marL="0" marR="0" rtl="0" algn="l">
                        <a:spcBef>
                          <a:spcPts val="0"/>
                        </a:spcBef>
                        <a:spcAft>
                          <a:spcPts val="0"/>
                        </a:spcAft>
                        <a:buNone/>
                      </a:pPr>
                      <a:r>
                        <a:t/>
                      </a:r>
                      <a:endParaRPr sz="1800"/>
                    </a:p>
                  </a:txBody>
                  <a:tcPr marT="45725" marB="45725" marR="88825" marL="88825"/>
                </a:tc>
                <a:tc>
                  <a:txBody>
                    <a:bodyPr/>
                    <a:lstStyle/>
                    <a:p>
                      <a:pPr indent="0" lvl="0" marL="0" marR="0" rtl="0" algn="l">
                        <a:spcBef>
                          <a:spcPts val="0"/>
                        </a:spcBef>
                        <a:spcAft>
                          <a:spcPts val="0"/>
                        </a:spcAft>
                        <a:buNone/>
                      </a:pPr>
                      <a:r>
                        <a:t/>
                      </a:r>
                      <a:endParaRPr sz="1800"/>
                    </a:p>
                  </a:txBody>
                  <a:tcPr marT="45725" marB="45725" marR="88825" marL="88825"/>
                </a:tc>
              </a:tr>
              <a:tr h="370850">
                <a:tc>
                  <a:txBody>
                    <a:bodyPr/>
                    <a:lstStyle/>
                    <a:p>
                      <a:pPr indent="0" lvl="0" marL="0" marR="0" rtl="0" algn="l">
                        <a:spcBef>
                          <a:spcPts val="0"/>
                        </a:spcBef>
                        <a:spcAft>
                          <a:spcPts val="0"/>
                        </a:spcAft>
                        <a:buNone/>
                      </a:pPr>
                      <a:r>
                        <a:t/>
                      </a:r>
                      <a:endParaRPr sz="1800"/>
                    </a:p>
                  </a:txBody>
                  <a:tcPr marT="45725" marB="45725" marR="88825" marL="88825"/>
                </a:tc>
                <a:tc>
                  <a:txBody>
                    <a:bodyPr/>
                    <a:lstStyle/>
                    <a:p>
                      <a:pPr indent="0" lvl="0" marL="0" marR="0" rtl="0" algn="l">
                        <a:spcBef>
                          <a:spcPts val="0"/>
                        </a:spcBef>
                        <a:spcAft>
                          <a:spcPts val="0"/>
                        </a:spcAft>
                        <a:buNone/>
                      </a:pPr>
                      <a:r>
                        <a:t/>
                      </a:r>
                      <a:endParaRPr sz="1800"/>
                    </a:p>
                  </a:txBody>
                  <a:tcPr marT="45725" marB="45725" marR="88825" marL="88825"/>
                </a:tc>
                <a:tc>
                  <a:txBody>
                    <a:bodyPr/>
                    <a:lstStyle/>
                    <a:p>
                      <a:pPr indent="0" lvl="0" marL="0" marR="0" rtl="0" algn="l">
                        <a:spcBef>
                          <a:spcPts val="0"/>
                        </a:spcBef>
                        <a:spcAft>
                          <a:spcPts val="0"/>
                        </a:spcAft>
                        <a:buNone/>
                      </a:pPr>
                      <a:r>
                        <a:t/>
                      </a:r>
                      <a:endParaRPr sz="1800"/>
                    </a:p>
                  </a:txBody>
                  <a:tcPr marT="45725" marB="45725" marR="88825" marL="88825"/>
                </a:tc>
                <a:tc>
                  <a:txBody>
                    <a:bodyPr/>
                    <a:lstStyle/>
                    <a:p>
                      <a:pPr indent="0" lvl="0" marL="0" marR="0" rtl="0" algn="l">
                        <a:spcBef>
                          <a:spcPts val="0"/>
                        </a:spcBef>
                        <a:spcAft>
                          <a:spcPts val="0"/>
                        </a:spcAft>
                        <a:buNone/>
                      </a:pPr>
                      <a:r>
                        <a:t/>
                      </a:r>
                      <a:endParaRPr sz="1800"/>
                    </a:p>
                  </a:txBody>
                  <a:tcPr marT="45725" marB="45725" marR="88825" marL="88825"/>
                </a:tc>
                <a:tc>
                  <a:txBody>
                    <a:bodyPr/>
                    <a:lstStyle/>
                    <a:p>
                      <a:pPr indent="0" lvl="0" marL="0" marR="0" rtl="0" algn="l">
                        <a:spcBef>
                          <a:spcPts val="0"/>
                        </a:spcBef>
                        <a:spcAft>
                          <a:spcPts val="0"/>
                        </a:spcAft>
                        <a:buNone/>
                      </a:pPr>
                      <a:r>
                        <a:t/>
                      </a:r>
                      <a:endParaRPr sz="1800"/>
                    </a:p>
                  </a:txBody>
                  <a:tcPr marT="45725" marB="45725" marR="88825" marL="88825"/>
                </a:tc>
              </a:tr>
            </a:tbl>
          </a:graphicData>
        </a:graphic>
      </p:graphicFrame>
      <p:sp>
        <p:nvSpPr>
          <p:cNvPr id="131" name="Google Shape;131;p3"/>
          <p:cNvSpPr txBox="1"/>
          <p:nvPr>
            <p:ph idx="2" type="body"/>
          </p:nvPr>
        </p:nvSpPr>
        <p:spPr>
          <a:xfrm>
            <a:off x="5867400" y="1153807"/>
            <a:ext cx="6083300" cy="5298109"/>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700"/>
              <a:buNone/>
            </a:pPr>
            <a:r>
              <a:rPr lang="en-US" sz="1700"/>
              <a:t>Divine Purpose Investments Ltd is a company involved in the education sector. We run schools at different levels – nursery, Primary, and Secondary using both the national and an international (Accelerated Christian Education) curricula. </a:t>
            </a:r>
            <a:endParaRPr/>
          </a:p>
          <a:p>
            <a:pPr indent="0" lvl="0" marL="0" rtl="0" algn="l">
              <a:lnSpc>
                <a:spcPct val="100000"/>
              </a:lnSpc>
              <a:spcBef>
                <a:spcPts val="900"/>
              </a:spcBef>
              <a:spcAft>
                <a:spcPts val="0"/>
              </a:spcAft>
              <a:buSzPts val="1700"/>
              <a:buNone/>
            </a:pPr>
            <a:r>
              <a:t/>
            </a:r>
            <a:endParaRPr sz="1700"/>
          </a:p>
          <a:p>
            <a:pPr indent="0" lvl="0" marL="0" rtl="0" algn="l">
              <a:lnSpc>
                <a:spcPct val="100000"/>
              </a:lnSpc>
              <a:spcBef>
                <a:spcPts val="900"/>
              </a:spcBef>
              <a:spcAft>
                <a:spcPts val="0"/>
              </a:spcAft>
              <a:buSzPts val="1700"/>
              <a:buNone/>
            </a:pPr>
            <a:r>
              <a:rPr lang="en-US" sz="1700"/>
              <a:t>Our mandate is to disciple young people; shepherd them to be the much-sought-after agents for transformation in a land that badly needs restoration. They, like Isaiah says in 58:12, </a:t>
            </a:r>
            <a:r>
              <a:rPr b="1" lang="en-US" sz="1700"/>
              <a:t>“will rebuild the ancient ruins, and raise up the foundations of many generations. They will be called repairers of broken walls, restorers of streets to dwell in.”</a:t>
            </a:r>
            <a:endParaRPr/>
          </a:p>
          <a:p>
            <a:pPr indent="0" lvl="0" marL="0" rtl="0" algn="l">
              <a:lnSpc>
                <a:spcPct val="100000"/>
              </a:lnSpc>
              <a:spcBef>
                <a:spcPts val="900"/>
              </a:spcBef>
              <a:spcAft>
                <a:spcPts val="0"/>
              </a:spcAft>
              <a:buSzPts val="1700"/>
              <a:buNone/>
            </a:pPr>
            <a:r>
              <a:t/>
            </a:r>
            <a:endParaRPr sz="1700"/>
          </a:p>
          <a:p>
            <a:pPr indent="0" lvl="0" marL="0" rtl="0" algn="l">
              <a:lnSpc>
                <a:spcPct val="100000"/>
              </a:lnSpc>
              <a:spcBef>
                <a:spcPts val="900"/>
              </a:spcBef>
              <a:spcAft>
                <a:spcPts val="0"/>
              </a:spcAft>
              <a:buSzPts val="1700"/>
              <a:buNone/>
            </a:pPr>
            <a:r>
              <a:rPr lang="en-US" sz="1700"/>
              <a:t>DPI Schools started way back in 2007 with Divine Kids Nursery School; in 2010, we added a primary section (Divine Purpose Junior School P.1-p7); and in 2017 was added the International section ( Shekinah Christian International School K-12). Our current population is approximately 500 students, </a:t>
            </a:r>
            <a:endParaRPr/>
          </a:p>
          <a:p>
            <a:pPr indent="0" lvl="0" marL="0" rtl="0" algn="l">
              <a:lnSpc>
                <a:spcPct val="100000"/>
              </a:lnSpc>
              <a:spcBef>
                <a:spcPts val="900"/>
              </a:spcBef>
              <a:spcAft>
                <a:spcPts val="0"/>
              </a:spcAft>
              <a:buSzPts val="1800"/>
              <a:buNone/>
            </a:pPr>
            <a:r>
              <a:t/>
            </a:r>
            <a:endParaRPr/>
          </a:p>
          <a:p>
            <a:pPr indent="-68580" lvl="0" marL="182880" rtl="0" algn="l">
              <a:lnSpc>
                <a:spcPct val="100000"/>
              </a:lnSpc>
              <a:spcBef>
                <a:spcPts val="900"/>
              </a:spcBef>
              <a:spcAft>
                <a:spcPts val="0"/>
              </a:spcAft>
              <a:buSzPts val="1800"/>
              <a:buNone/>
            </a:pPr>
            <a:r>
              <a:t/>
            </a:r>
            <a:endParaRPr/>
          </a:p>
        </p:txBody>
      </p:sp>
      <p:pic>
        <p:nvPicPr>
          <p:cNvPr id="132" name="Google Shape;132;p3"/>
          <p:cNvPicPr preferRelativeResize="0"/>
          <p:nvPr/>
        </p:nvPicPr>
        <p:blipFill rotWithShape="1">
          <a:blip r:embed="rId3">
            <a:alphaModFix/>
          </a:blip>
          <a:srcRect b="0" l="0" r="0" t="0"/>
          <a:stretch/>
        </p:blipFill>
        <p:spPr>
          <a:xfrm>
            <a:off x="352161" y="1735613"/>
            <a:ext cx="5469199" cy="422837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4"/>
          <p:cNvPicPr preferRelativeResize="0"/>
          <p:nvPr>
            <p:ph idx="1" type="body"/>
          </p:nvPr>
        </p:nvPicPr>
        <p:blipFill rotWithShape="1">
          <a:blip r:embed="rId3">
            <a:alphaModFix/>
          </a:blip>
          <a:srcRect b="0" l="0" r="0" t="0"/>
          <a:stretch/>
        </p:blipFill>
        <p:spPr>
          <a:xfrm>
            <a:off x="6378081" y="2544417"/>
            <a:ext cx="5571593" cy="4134677"/>
          </a:xfrm>
          <a:prstGeom prst="rect">
            <a:avLst/>
          </a:prstGeom>
          <a:noFill/>
          <a:ln>
            <a:noFill/>
          </a:ln>
        </p:spPr>
      </p:pic>
      <p:sp>
        <p:nvSpPr>
          <p:cNvPr id="138" name="Google Shape;138;p4"/>
          <p:cNvSpPr txBox="1"/>
          <p:nvPr>
            <p:ph idx="2" type="body"/>
          </p:nvPr>
        </p:nvSpPr>
        <p:spPr>
          <a:xfrm>
            <a:off x="1209734" y="948477"/>
            <a:ext cx="4731026" cy="5645425"/>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400"/>
              <a:buNone/>
            </a:pPr>
            <a:r>
              <a:rPr b="1" lang="en-US" sz="2400">
                <a:solidFill>
                  <a:srgbClr val="00B0F0"/>
                </a:solidFill>
              </a:rPr>
              <a:t>Our Vision</a:t>
            </a:r>
            <a:endParaRPr b="1" sz="2400">
              <a:solidFill>
                <a:srgbClr val="00B0F0"/>
              </a:solidFill>
            </a:endParaRPr>
          </a:p>
          <a:p>
            <a:pPr indent="0" lvl="0" marL="0" rtl="0" algn="l">
              <a:lnSpc>
                <a:spcPct val="110000"/>
              </a:lnSpc>
              <a:spcBef>
                <a:spcPts val="800"/>
              </a:spcBef>
              <a:spcAft>
                <a:spcPts val="0"/>
              </a:spcAft>
              <a:buSzPts val="1600"/>
              <a:buNone/>
            </a:pPr>
            <a:r>
              <a:rPr lang="en-US" sz="1600">
                <a:solidFill>
                  <a:schemeClr val="dk1"/>
                </a:solidFill>
              </a:rPr>
              <a:t>Christ-like, Servant Leaders transforming Nations.</a:t>
            </a:r>
            <a:endParaRPr sz="1600">
              <a:solidFill>
                <a:schemeClr val="dk1"/>
              </a:solidFill>
            </a:endParaRPr>
          </a:p>
          <a:p>
            <a:pPr indent="0" lvl="0" marL="0" rtl="0" algn="l">
              <a:lnSpc>
                <a:spcPct val="110000"/>
              </a:lnSpc>
              <a:spcBef>
                <a:spcPts val="800"/>
              </a:spcBef>
              <a:spcAft>
                <a:spcPts val="0"/>
              </a:spcAft>
              <a:buSzPts val="1400"/>
              <a:buNone/>
            </a:pPr>
            <a:r>
              <a:rPr lang="en-US"/>
              <a:t> </a:t>
            </a:r>
            <a:endParaRPr/>
          </a:p>
          <a:p>
            <a:pPr indent="0" lvl="0" marL="0" rtl="0" algn="l">
              <a:lnSpc>
                <a:spcPct val="110000"/>
              </a:lnSpc>
              <a:spcBef>
                <a:spcPts val="800"/>
              </a:spcBef>
              <a:spcAft>
                <a:spcPts val="0"/>
              </a:spcAft>
              <a:buSzPts val="2400"/>
              <a:buNone/>
            </a:pPr>
            <a:r>
              <a:rPr b="1" lang="en-US" sz="2400">
                <a:solidFill>
                  <a:srgbClr val="00B0F0"/>
                </a:solidFill>
              </a:rPr>
              <a:t>Our Mission</a:t>
            </a:r>
            <a:endParaRPr b="1" sz="2400">
              <a:solidFill>
                <a:srgbClr val="00B0F0"/>
              </a:solidFill>
            </a:endParaRPr>
          </a:p>
          <a:p>
            <a:pPr indent="0" lvl="0" marL="0" rtl="0" algn="l">
              <a:lnSpc>
                <a:spcPct val="110000"/>
              </a:lnSpc>
              <a:spcBef>
                <a:spcPts val="800"/>
              </a:spcBef>
              <a:spcAft>
                <a:spcPts val="0"/>
              </a:spcAft>
              <a:buSzPts val="1400"/>
              <a:buNone/>
            </a:pPr>
            <a:r>
              <a:rPr b="1" lang="en-US"/>
              <a:t> </a:t>
            </a:r>
            <a:endParaRPr/>
          </a:p>
          <a:p>
            <a:pPr indent="0" lvl="0" marL="0" rtl="0" algn="l">
              <a:lnSpc>
                <a:spcPct val="110000"/>
              </a:lnSpc>
              <a:spcBef>
                <a:spcPts val="800"/>
              </a:spcBef>
              <a:spcAft>
                <a:spcPts val="0"/>
              </a:spcAft>
              <a:buSzPts val="1600"/>
              <a:buNone/>
            </a:pPr>
            <a:r>
              <a:rPr lang="en-US" sz="1600">
                <a:solidFill>
                  <a:schemeClr val="dk1"/>
                </a:solidFill>
              </a:rPr>
              <a:t>To bring up godly and responsible individuals through impartation of biblical values, excellent and professional Learning, in a friendly and stimulating environment so that they are able to discover their life’s purpose and develop their creative, intellectual and spiritual capacities needed for their pivotal role in transforming nations, now and in the future.</a:t>
            </a:r>
            <a:endParaRPr sz="1600">
              <a:solidFill>
                <a:schemeClr val="dk1"/>
              </a:solidFill>
            </a:endParaRPr>
          </a:p>
          <a:p>
            <a:pPr indent="0" lvl="0" marL="0" rtl="0" algn="l">
              <a:lnSpc>
                <a:spcPct val="110000"/>
              </a:lnSpc>
              <a:spcBef>
                <a:spcPts val="800"/>
              </a:spcBef>
              <a:spcAft>
                <a:spcPts val="0"/>
              </a:spcAft>
              <a:buSzPts val="1400"/>
              <a:buNone/>
            </a:pPr>
            <a:r>
              <a:t/>
            </a:r>
            <a:endParaRPr/>
          </a:p>
        </p:txBody>
      </p:sp>
      <p:pic>
        <p:nvPicPr>
          <p:cNvPr id="139" name="Google Shape;139;p4"/>
          <p:cNvPicPr preferRelativeResize="0"/>
          <p:nvPr/>
        </p:nvPicPr>
        <p:blipFill rotWithShape="1">
          <a:blip r:embed="rId4">
            <a:alphaModFix/>
          </a:blip>
          <a:srcRect b="0" l="0" r="0" t="0"/>
          <a:stretch/>
        </p:blipFill>
        <p:spPr>
          <a:xfrm>
            <a:off x="6378080" y="178905"/>
            <a:ext cx="2936305" cy="2365512"/>
          </a:xfrm>
          <a:prstGeom prst="rect">
            <a:avLst/>
          </a:prstGeom>
          <a:noFill/>
          <a:ln>
            <a:noFill/>
          </a:ln>
        </p:spPr>
      </p:pic>
      <p:pic>
        <p:nvPicPr>
          <p:cNvPr descr="devine log.jpg" id="140" name="Google Shape;140;p4"/>
          <p:cNvPicPr preferRelativeResize="0"/>
          <p:nvPr/>
        </p:nvPicPr>
        <p:blipFill rotWithShape="1">
          <a:blip r:embed="rId5">
            <a:alphaModFix/>
          </a:blip>
          <a:srcRect b="0" l="0" r="0" t="11481"/>
          <a:stretch/>
        </p:blipFill>
        <p:spPr>
          <a:xfrm>
            <a:off x="9314386" y="244218"/>
            <a:ext cx="2635288" cy="2300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type="title"/>
          </p:nvPr>
        </p:nvSpPr>
        <p:spPr>
          <a:xfrm>
            <a:off x="1066800" y="642594"/>
            <a:ext cx="10058400" cy="52738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62626"/>
              </a:buClr>
              <a:buSzPct val="100000"/>
              <a:buFont typeface="Century Gothic"/>
              <a:buNone/>
            </a:pPr>
            <a:r>
              <a:rPr lang="en-US"/>
              <a:t>About ACE curriculum </a:t>
            </a:r>
            <a:endParaRPr/>
          </a:p>
        </p:txBody>
      </p:sp>
      <p:sp>
        <p:nvSpPr>
          <p:cNvPr id="146" name="Google Shape;146;p5"/>
          <p:cNvSpPr txBox="1"/>
          <p:nvPr>
            <p:ph idx="1" type="body"/>
          </p:nvPr>
        </p:nvSpPr>
        <p:spPr>
          <a:xfrm>
            <a:off x="692899" y="1169977"/>
            <a:ext cx="10432301" cy="5122911"/>
          </a:xfrm>
          <a:prstGeom prst="rect">
            <a:avLst/>
          </a:prstGeom>
          <a:noFill/>
          <a:ln>
            <a:noFill/>
          </a:ln>
        </p:spPr>
        <p:txBody>
          <a:bodyPr anchorCtr="0" anchor="t" bIns="45700" lIns="91425" spcFirstLastPara="1" rIns="91425" wrap="square" tIns="45700">
            <a:normAutofit fontScale="92500" lnSpcReduction="10000"/>
          </a:bodyPr>
          <a:lstStyle/>
          <a:p>
            <a:pPr indent="-182880" lvl="0" marL="182880" rtl="0" algn="l">
              <a:lnSpc>
                <a:spcPct val="100000"/>
              </a:lnSpc>
              <a:spcBef>
                <a:spcPts val="0"/>
              </a:spcBef>
              <a:spcAft>
                <a:spcPts val="0"/>
              </a:spcAft>
              <a:buSzPct val="100000"/>
              <a:buChar char="◦"/>
            </a:pPr>
            <a:r>
              <a:rPr b="1" lang="en-US"/>
              <a:t>Biblically based programme infused with Godly character</a:t>
            </a:r>
            <a:endParaRPr/>
          </a:p>
          <a:p>
            <a:pPr indent="-182880" lvl="0" marL="182880" rtl="0" algn="l">
              <a:lnSpc>
                <a:spcPct val="100000"/>
              </a:lnSpc>
              <a:spcBef>
                <a:spcPts val="900"/>
              </a:spcBef>
              <a:spcAft>
                <a:spcPts val="0"/>
              </a:spcAft>
              <a:buSzPct val="100000"/>
              <a:buChar char="◦"/>
            </a:pPr>
            <a:r>
              <a:rPr lang="en-US"/>
              <a:t> A.C.E. curriculum helps students learn the academics required to enter college. It also builds in students a lifelong burning passion to learn and grow spiritually. </a:t>
            </a:r>
            <a:endParaRPr/>
          </a:p>
          <a:p>
            <a:pPr indent="-182880" lvl="0" marL="182880" rtl="0" algn="l">
              <a:lnSpc>
                <a:spcPct val="100000"/>
              </a:lnSpc>
              <a:spcBef>
                <a:spcPts val="900"/>
              </a:spcBef>
              <a:spcAft>
                <a:spcPts val="0"/>
              </a:spcAft>
              <a:buSzPct val="100000"/>
              <a:buChar char="◦"/>
            </a:pPr>
            <a:r>
              <a:rPr b="1" lang="en-US"/>
              <a:t>Character Development</a:t>
            </a:r>
            <a:endParaRPr/>
          </a:p>
          <a:p>
            <a:pPr indent="-182880" lvl="0" marL="182880" rtl="0" algn="l">
              <a:lnSpc>
                <a:spcPct val="100000"/>
              </a:lnSpc>
              <a:spcBef>
                <a:spcPts val="900"/>
              </a:spcBef>
              <a:spcAft>
                <a:spcPts val="0"/>
              </a:spcAft>
              <a:buSzPct val="100000"/>
              <a:buChar char="◦"/>
            </a:pPr>
            <a:r>
              <a:rPr lang="en-US"/>
              <a:t>Godly character training prepares students to welcome and accept challenges and future opportunities. Sixty character traits, such as kindness, loyalty, and honesty, are taught within the curriculum. Students can observe character development in the true-to-life character strips and then apply the Godly character lessons to their own lives.</a:t>
            </a:r>
            <a:endParaRPr/>
          </a:p>
          <a:p>
            <a:pPr indent="-182880" lvl="0" marL="182880" rtl="0" algn="l">
              <a:lnSpc>
                <a:spcPct val="100000"/>
              </a:lnSpc>
              <a:spcBef>
                <a:spcPts val="900"/>
              </a:spcBef>
              <a:spcAft>
                <a:spcPts val="0"/>
              </a:spcAft>
              <a:buSzPct val="100000"/>
              <a:buChar char="◦"/>
            </a:pPr>
            <a:r>
              <a:rPr b="1" lang="en-US"/>
              <a:t>Scriptural Foundation</a:t>
            </a:r>
            <a:endParaRPr/>
          </a:p>
          <a:p>
            <a:pPr indent="-182880" lvl="0" marL="182880" rtl="0" algn="l">
              <a:lnSpc>
                <a:spcPct val="100000"/>
              </a:lnSpc>
              <a:spcBef>
                <a:spcPts val="900"/>
              </a:spcBef>
              <a:spcAft>
                <a:spcPts val="0"/>
              </a:spcAft>
              <a:buSzPct val="100000"/>
              <a:buChar char="◦"/>
            </a:pPr>
            <a:r>
              <a:rPr lang="en-US"/>
              <a:t>The curriculum conveys Biblical values and concepts considered foundational to meaningful interpersonal relationships and productive learning in such a way as to become life-shaping influences. With A.C.E.’s concept of individualized learning, students don’t just get by—they get ahead! </a:t>
            </a:r>
            <a:endParaRPr/>
          </a:p>
          <a:p>
            <a:pPr indent="-182880" lvl="0" marL="182880" rtl="0" algn="l">
              <a:lnSpc>
                <a:spcPct val="100000"/>
              </a:lnSpc>
              <a:spcBef>
                <a:spcPts val="900"/>
              </a:spcBef>
              <a:spcAft>
                <a:spcPts val="0"/>
              </a:spcAft>
              <a:buSzPct val="100000"/>
              <a:buChar char="◦"/>
            </a:pPr>
            <a:r>
              <a:rPr b="1" lang="en-US"/>
              <a:t>Individualized approach</a:t>
            </a:r>
            <a:endParaRPr/>
          </a:p>
          <a:p>
            <a:pPr indent="-182880" lvl="0" marL="182880" rtl="0" algn="l">
              <a:lnSpc>
                <a:spcPct val="100000"/>
              </a:lnSpc>
              <a:spcBef>
                <a:spcPts val="900"/>
              </a:spcBef>
              <a:spcAft>
                <a:spcPts val="0"/>
              </a:spcAft>
              <a:buSzPct val="100000"/>
              <a:buChar char="◦"/>
            </a:pPr>
            <a:r>
              <a:rPr lang="en-US"/>
              <a:t>A.C.E. addresses structural concerns of the conventional educational system in which students fail to perform to their grade levels. A biblically based educational program geared to meet the learning needs of individual children consists of a mastery-based curriculum and self-instructional materials, character-building, and is individually prescribed.</a:t>
            </a:r>
            <a:endParaRPr/>
          </a:p>
          <a:p>
            <a:pPr indent="-77153" lvl="0" marL="182880" rtl="0" algn="l">
              <a:lnSpc>
                <a:spcPct val="100000"/>
              </a:lnSpc>
              <a:spcBef>
                <a:spcPts val="900"/>
              </a:spcBef>
              <a:spcAft>
                <a:spcPts val="0"/>
              </a:spcAft>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p>
            <a:pPr indent="0" lvl="0" marL="0" rtl="0" algn="ctr">
              <a:lnSpc>
                <a:spcPct val="83000"/>
              </a:lnSpc>
              <a:spcBef>
                <a:spcPts val="0"/>
              </a:spcBef>
              <a:spcAft>
                <a:spcPts val="0"/>
              </a:spcAft>
              <a:buClr>
                <a:srgbClr val="262626"/>
              </a:buClr>
              <a:buSzPts val="7200"/>
              <a:buFont typeface="Century Gothic"/>
              <a:buNone/>
            </a:pPr>
            <a:r>
              <a:t/>
            </a:r>
            <a:endParaRPr/>
          </a:p>
        </p:txBody>
      </p:sp>
      <p:sp>
        <p:nvSpPr>
          <p:cNvPr id="152" name="Google Shape;152;p6"/>
          <p:cNvSpPr txBox="1"/>
          <p:nvPr>
            <p:ph idx="1" type="subTitle"/>
          </p:nvPr>
        </p:nvSpPr>
        <p:spPr>
          <a:xfrm>
            <a:off x="1562100" y="4682062"/>
            <a:ext cx="9070848" cy="457201"/>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600"/>
              <a:buNone/>
            </a:pPr>
            <a:r>
              <a:t/>
            </a:r>
            <a:endParaRPr/>
          </a:p>
        </p:txBody>
      </p:sp>
      <p:sp>
        <p:nvSpPr>
          <p:cNvPr id="153" name="Google Shape;153;p6"/>
          <p:cNvSpPr/>
          <p:nvPr/>
        </p:nvSpPr>
        <p:spPr>
          <a:xfrm>
            <a:off x="5619750" y="2952750"/>
            <a:ext cx="952500" cy="952500"/>
          </a:xfrm>
          <a:prstGeom prst="rect">
            <a:avLst/>
          </a:prstGeom>
          <a:noFill/>
          <a:ln>
            <a:noFill/>
          </a:ln>
        </p:spPr>
      </p:sp>
      <p:graphicFrame>
        <p:nvGraphicFramePr>
          <p:cNvPr id="154" name="Google Shape;154;p6"/>
          <p:cNvGraphicFramePr/>
          <p:nvPr/>
        </p:nvGraphicFramePr>
        <p:xfrm>
          <a:off x="88106" y="45605"/>
          <a:ext cx="12015788" cy="11171237"/>
        </p:xfrm>
        <a:graphic>
          <a:graphicData uri="http://schemas.openxmlformats.org/presentationml/2006/ole">
            <mc:AlternateContent>
              <mc:Choice Requires="v">
                <p:oleObj r:id="rId4" imgH="11171237" imgW="12015788" progId="Word.Document.12" spid="_x0000_s1">
                  <p:embed/>
                </p:oleObj>
              </mc:Choice>
              <mc:Fallback>
                <p:oleObj r:id="rId5" imgH="11171237" imgW="12015788" progId="Word.Document.12">
                  <p:embed/>
                  <p:pic>
                    <p:nvPicPr>
                      <p:cNvPr id="154" name="Google Shape;154;p6"/>
                      <p:cNvPicPr preferRelativeResize="0"/>
                      <p:nvPr/>
                    </p:nvPicPr>
                    <p:blipFill rotWithShape="1">
                      <a:blip r:embed="rId6">
                        <a:alphaModFix/>
                      </a:blip>
                      <a:srcRect b="0" l="0" r="0" t="0"/>
                      <a:stretch/>
                    </p:blipFill>
                    <p:spPr>
                      <a:xfrm>
                        <a:off x="88106" y="45605"/>
                        <a:ext cx="12015788" cy="11171237"/>
                      </a:xfrm>
                      <a:prstGeom prst="rect">
                        <a:avLst/>
                      </a:prstGeom>
                      <a:noFill/>
                      <a:ln>
                        <a:noFill/>
                      </a:ln>
                    </p:spPr>
                  </p:pic>
                </p:oleObj>
              </mc:Fallback>
            </mc:AlternateContent>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avon">
  <a:themeElements>
    <a:clrScheme name="Savon">
      <a:dk1>
        <a:srgbClr val="000000"/>
      </a:dk1>
      <a:lt1>
        <a:srgbClr val="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2024-05-29T05:17:52Z</dcterms:created>
  <dc:creator>Grace D</dc:creator>
</cp:coreProperties>
</file>